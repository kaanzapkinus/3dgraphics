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COURSE ACTIVITIES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3D Graphics — WSB Merito Wrocław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B347"/>
                </a:solidFill>
                <a:latin typeface="Consolas"/>
              </a:rPr>
              <a:t>3D Graphics — Lessons 2 to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E8E6E0"/>
                </a:solidFill>
                <a:latin typeface="Cambria"/>
              </a:rPr>
              <a:t>Lesson 2 · 3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E8E6E0"/>
                </a:solidFill>
                <a:latin typeface="Cambria"/>
              </a:rPr>
              <a:t>Activity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2200" b="0" i="1">
                <a:solidFill>
                  <a:srgbClr val="B8B6AE"/>
                </a:solidFill>
                <a:latin typeface="Cambria"/>
              </a:rPr>
              <a:t>Screenshots of each task implemented in Python + OpenGL (PyOpenGL + GLFW), as required by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8E6E0"/>
                </a:solidFill>
                <a:latin typeface="Cambria"/>
              </a:rPr>
              <a:t>Kaan Yazıcıoğlu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807E76"/>
                </a:solidFill>
                <a:latin typeface="Consolas"/>
              </a:rPr>
              <a:t>SD1 · 97364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18000" b="0" i="0">
                <a:solidFill>
                  <a:srgbClr val="FFB347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0" y="219456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E8E6E0"/>
                </a:solidFill>
                <a:latin typeface="Cambria"/>
              </a:rPr>
              <a:t>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36576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2200" b="0" i="1">
                <a:solidFill>
                  <a:srgbClr val="B8B6AE"/>
                </a:solidFill>
                <a:latin typeface="Cambria"/>
              </a:rPr>
              <a:t>Five exercises on translation, scaling, rotation, camera viewing and a hierarchical cube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3D Graphics — WSB Merito Wrocław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02 ·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Translation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The triangle is moved with glTranslatef(). Its position oscillates over time using sin / cos so the translation along X and Y is visible as smooth motion.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lesson2_task1_translation.py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2_task1_trans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lesson2_task1_translation.png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02 ·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The triangle pulses using glScalef(scale, scale, 1) — its size oscillates between small and large via sin(t·2), demonstrating uniform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lesson2_task2_scaling.py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2_task2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lesson2_task2_scaling.png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02 ·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Continuous rotation around the Z axis using glRotatef(angle, 0, 0, 1). The angle is driven by glfw.get_time() so the triangle spins at a constant 60° per second.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lesson2_task3_rotation.py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2_task3_r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lesson2_task3_rotation.png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02 ·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Camera / View Transform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The triangle stays still at the origin while the camera orbits around it using gluLookAt() under a perspective projection — this is the viewing transformation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lesson2_task4_camera.py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2_task4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lesson2_task4_camera.png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02 ·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5 (BONUS)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Hierarchical Cube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A single square() function draws one face. The cube is built by rotating that one face into six positions using glPushMatrix / glPopMatrix — the matrix-stack / hierarchical-modelling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lesson2_cube.py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2_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lesson2_cube.png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18000" b="0" i="0">
                <a:solidFill>
                  <a:srgbClr val="FFB347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0" y="219456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E8E6E0"/>
                </a:solidFill>
                <a:latin typeface="Cambria"/>
              </a:rPr>
              <a:t>Materials, Lighting &amp; 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36576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2200" b="0" i="1">
                <a:solidFill>
                  <a:srgbClr val="B8B6AE"/>
                </a:solidFill>
                <a:latin typeface="Cambria"/>
              </a:rPr>
              <a:t>Six exercises on diffuse colour, shininess, moving lights, matte surfaces, camera presets and animation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3D Graphics — WSB Merito Wrocław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03 · MATERIALS &amp; LIGHTING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Change Object Color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The diffuse colour of the cube's material is changed via glMaterialfv. The same cube is now rendered light-blue under the scene's point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lesson3_task1_color.py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3_task1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lesson3_task1_color.png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03 · MATERIALS &amp; LIGHTING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Shininess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Two cubes side by side, same colour, same light. Left cube has a low GL_SHININESS value (wide diffuse highlight); right cube has a high value (small, sharp specular).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lesson3_task2_shininess.py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3_task2_shin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lesson3_task2_shininess.png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03 · MATERIALS &amp; LIGHTING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Move the Light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The point light orbits around a stationary cube. Different faces light up over time, demonstrating how illumination depends on the geometry-to-light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lesson3_task3_light_move.py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3_task3_light_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lesson3_task3_light_move.png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03 · MATERIALS &amp; LIGHTING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Matte vs Shiny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Side-by-side comparison: matte cube (zero specular) on the left, shiny cube (high specular + shininess) on the right, under the same lighting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lesson3_task4_matte.py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3_task4_ma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lesson3_task4_matte.png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03 · MATERIALS &amp; LIGHTING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Camera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Four camera presets — Front, Top-down, Side, Diagonal — switchable at runtime via keys 1-4. Each preset calls gluLookAt with a different eye 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lesson3_task5_camera.py · keys: 1 / 2 / 3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3_task5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lesson3_task5_camera.png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03 · MATERIALS &amp; LIGHTING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Animation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Rotation speed of an animated lit cube is integrated from delta-time and controllable at runtime: UP arrow speeds up, DOWN slows down, R resets to the default.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lesson3_task6_speed.py · keys: UP / DOWN /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3_task6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lesson3_task6_speed.png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18000" b="0" i="0">
                <a:solidFill>
                  <a:srgbClr val="FFB347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0" y="219456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E8E6E0"/>
                </a:solidFill>
                <a:latin typeface="Cambria"/>
              </a:rPr>
              <a:t>Mesh · Voxel · Analytical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36576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2200" b="0" i="1">
                <a:solidFill>
                  <a:srgbClr val="B8B6AE"/>
                </a:solidFill>
                <a:latin typeface="Cambria"/>
              </a:rPr>
              <a:t>Five exercises on polygon mesh editing, mesh connectivity, voxel resolution, voxel shape predicates and analytical surfaces.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3D Graphics — WSB Merito Wrocław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04 · MESH / VOXEL / ANALYTICAL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Mesh → Rectangular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Same cube mesh (same face indices), but vertex coordinates are scaled per axis. SIZE_X · SIZE_Y · SIZE_Z = 0.5 · 1.5 · 0.5 turns the cube into a tall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lesson4_task1_box.py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4_task1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lesson4_task1_box.png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04 · MESH / VOXEL / ANALYTICAL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Extra Triangular 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A new vertex (apex) and four new triangle faces are appended to the cube's face list. The result: a pyramid tip rises out of the cube's top face — same vertex list, more 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lesson4_task2_extraface.py · 9 verts, 16 triangles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4_task2_extra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lesson4_task2_extraface.png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04 · MESH / VOXEL / ANALYTICAL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Voxel Sphere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Voxel sphere built from cubes whose centres satisfy x² + y² + z² ≤ r². Switch resolution at runtime with keys 1-4 (6³ → 32³). Higher resolution gives a smoother sphere.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lesson4_task3_voxelres.py · keys: 1 / 2 / 3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4_task3_voxel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438656"/>
            <a:ext cx="5705856" cy="443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lesson4_task3_voxelres.png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04 · MESH / VOXEL / ANALYTICAL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Voxel Cube (predicate swap)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Same voxel grid, different predicate. Swap the spherical condition for max(|x|,|y|,|z|) ≤ s and the very same generator produces a voxel cube. Toggle with S / C keys.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lesson4_task4_voxelcube.py · keys: S / C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4_task4_voxel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438656"/>
            <a:ext cx="5705856" cy="443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lesson4_task4_voxelcube.png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LESSON 04 · MESH / VOXEL / ANALYTICAL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· SD1 · 97364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4D35E"/>
                </a:solidFill>
                <a:latin typeface="Consolas"/>
              </a:rPr>
              <a:t>TASK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E8E6E0"/>
                </a:solidFill>
                <a:latin typeface="Cambria"/>
              </a:rPr>
              <a:t>Analytical Ellipsoid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8E6E0"/>
                </a:solidFill>
                <a:latin typeface="Calibri"/>
              </a:rPr>
              <a:t>The analytical sphere parameterisation is generalised with three independent radii — x = Rx·sin φ·cos θ, y = Ry·cos φ, z = Rz·sin φ·sin θ. Rx ≠ Ry ≠ Rz gives an ellipsoid.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07E76"/>
                </a:solidFill>
                <a:latin typeface="Calibri"/>
              </a:rPr>
              <a:t>lesson4_task5_ellipsoid.py · Rx = 1.4, Ry = 0.7, Rz = 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43000"/>
            <a:ext cx="6035040" cy="5029200"/>
          </a:xfrm>
          <a:prstGeom prst="rect">
            <a:avLst/>
          </a:prstGeom>
          <a:solidFill>
            <a:srgbClr val="0F111C"/>
          </a:solidFill>
          <a:ln w="6350">
            <a:solidFill>
              <a:srgbClr val="2A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sson4_task5_ellips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5705856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807E76"/>
                </a:solidFill>
                <a:latin typeface="Consolas"/>
              </a:rPr>
              <a:t>lesson4_task5_ellipsoid.png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1556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9000" b="0" i="1">
                <a:solidFill>
                  <a:srgbClr val="E8E6E0"/>
                </a:solidFill>
                <a:latin typeface="Cambria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807E76"/>
                </a:solidFill>
                <a:latin typeface="Consolas"/>
              </a:rPr>
              <a:t>Kaan Yazıcıoğlu   ·   SD1 · 97364   ·   3D Graphics — WSB Merito Wrocław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